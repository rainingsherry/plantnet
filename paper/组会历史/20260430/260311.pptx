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1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0013F-851E-4EEC-877B-C12C59EC5056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68543-6D7B-45C9-9681-F273C2B997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028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268543-6D7B-45C9-9681-F273C2B9978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616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B3CC-E1A1-5776-31A0-FD49353898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FFEE4E-3B32-BC56-B1BA-D3DCAFFA16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2588BE-F06A-A368-52B1-28E42F7C8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060" y="0"/>
            <a:ext cx="9692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29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A2D04-B4AE-7D9A-A1D2-6A034A33B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1AB97DF-96A9-BBE4-280A-C893B1240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85" y="291234"/>
            <a:ext cx="10802412" cy="607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03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CA535-4639-E11E-63D7-C7E2AA22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9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ICML 2025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87D83-0901-9624-56F1-ACE96651F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267A02-2F22-5B1B-D2D4-0AE3AF26F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03" y="916875"/>
            <a:ext cx="11485994" cy="50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23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4A2F5-128F-D837-2D4D-CA1F2AFDA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C23A5E2-A17B-EB7B-AC30-EA0FF1220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013" y="129154"/>
            <a:ext cx="6828179" cy="6294892"/>
          </a:xfr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9A0722B1-2A1F-8C16-31A3-808EF91275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大语言模型与基因嵌入流程图">
            <a:extLst>
              <a:ext uri="{FF2B5EF4-FFF2-40B4-BE49-F238E27FC236}">
                <a16:creationId xmlns:a16="http://schemas.microsoft.com/office/drawing/2014/main" id="{6180AB50-BBA7-9A9F-26C3-91ABF755BF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01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C89973-2797-C4C3-E696-74ECE5A8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314129-4F93-F7B4-386C-F44AEA800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F34E0EF-2DF4-8257-CC2C-3D11B363D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745" y="365125"/>
            <a:ext cx="7966509" cy="597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82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2186E-5C9E-B622-EDE2-169792DD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9FDFC9-9986-A960-44E2-BC991B60B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FB2A35-D422-5D11-4555-7CA05535E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45800"/>
            <a:ext cx="10515602" cy="596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4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DA353-390E-9087-47CD-A5853767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15F1B20-8682-DE05-6B5F-FBB7EF76F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081" y="285408"/>
            <a:ext cx="8212814" cy="657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944874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5716</TotalTime>
  <Words>3</Words>
  <Application>Microsoft Office PowerPoint</Application>
  <PresentationFormat>宽屏</PresentationFormat>
  <Paragraphs>2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Arial</vt:lpstr>
      <vt:lpstr>Calibri</vt:lpstr>
      <vt:lpstr>WPS</vt:lpstr>
      <vt:lpstr>PowerPoint 演示文稿</vt:lpstr>
      <vt:lpstr>PowerPoint 演示文稿</vt:lpstr>
      <vt:lpstr>ICML 2025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风雪双蝶</dc:creator>
  <cp:lastModifiedBy>风雪双蝶</cp:lastModifiedBy>
  <cp:revision>32</cp:revision>
  <dcterms:created xsi:type="dcterms:W3CDTF">2023-08-09T12:44:00Z</dcterms:created>
  <dcterms:modified xsi:type="dcterms:W3CDTF">2026-05-01T12:34:14Z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